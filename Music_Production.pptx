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A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92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C92BB9-B81B-5A36-DF75-945B64A9B61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9EAFC8-16F5-990D-9D98-C80243BD80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0CE957-58CF-051C-18C1-CF9B7A111C4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365CB5-026A-427D-B4A0-5F5CC28B0B78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7079D8-A29E-4052-D39C-2D6CB4B038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E039B3-C3EA-0694-3387-D16963EE1B4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E91416-E991-4ED6-9965-A196FAA0E434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454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53985-2402-4247-195B-2E4D91C965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95C4FC-0FE2-8AF1-6F61-A505262E582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33DD0C-2949-D0BD-D481-E71A823B12B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0B0AF8-613A-4A54-B397-48C7762CAF40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B9415F-7854-306C-A595-AF81F5A6DF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7A53EC-302E-5C39-B63D-FD5F783A3E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296F6C2-527A-450C-A07C-AFD9CBBFA419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2230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DDE493-3BD7-A3DD-BC54-8E40509712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6708A4-D718-F2C9-AE7F-4405C6E74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A2AEBD-1F96-21C1-1EE0-CC12D7C12B5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2C9797-353F-4DD3-A342-3E21AE1E6537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074BDC-AFAA-19C7-0864-281B893B0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877A2D-6A05-DB7B-9959-8A61B540ED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4D17E9-15AF-4E08-8073-62BD79802AF4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44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363ACF-AE4E-9473-7BCC-0B62332C5D2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FD442D-081B-9DA7-A2CA-BC7EADCE02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C54E5E-36D3-1230-71EE-08CFA7F9078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84ED0F-EEF1-AE30-E348-1554910B69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437C4B-0F22-4BA6-9FAE-04229B71FDC7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00977B-EBA5-D0F6-CA7E-AAFFE1DF6D1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B9FEE3-473A-A267-344D-93CEB1C4B10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AD7DBF-B711-47A3-96C0-0DCBCF07988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07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33701-6BB4-E374-1060-9026AA8F85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419BD6-F847-5BE8-F6DD-8EE73A394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8B22D76-DBE7-6EAD-F6E0-70CED5EC64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4AA04F-5E26-9729-6E5F-86408EE7661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441165-EE15-D5C6-EC7F-042A40AD1B1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24211F-B68C-D9C9-20B1-3FAC6C0E49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E60E35-A92C-4F90-AACF-2873E7FCDD58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76E823-256A-7F55-9F44-76C9EEDC1B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B36D32-3B8B-1ACC-9878-C67D7EC87E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0C2EED-FC23-46DF-9CEB-78E357B534FB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54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A8E7B-5F9E-755C-3C0C-3C23689B32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96C543-FF9A-4897-4E22-FD4DB4C4E32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749224-95A7-47F6-836F-FE711FBB0AAA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71D4E7-67AB-936F-E9DD-1E49EAE9D6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FB94A5-0D5E-33BD-A9D0-77A0C5AE2F6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2B65D2A-950F-455A-925D-86639B217533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21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B41EEE-C82C-AB29-1A4F-2BB76D2560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A6D604-2228-4673-B1E4-336FCA28C42E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2E098D0-C8A4-6E95-19AE-2B2D0DEEA62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E68764-D429-739A-F421-09531E5FB7B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DC67EFF-C81A-4A6C-BD3C-7B6E9D008C2B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046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21881-52DA-6784-85DF-6FD859791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C9418C-554C-582B-778B-9D969C879E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BD15ED-3C23-40C5-1C3C-68C0113F51D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459416-443A-5311-E552-B08FECEE86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FD1C56-77C4-4C5E-9463-1EA4F0523612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903A6D-BFAC-EBF3-7B06-7F92EA8BF0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8A9FA6-D565-3D66-DB71-9F76B9A63E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053ED2-B1BA-4A6B-91DC-80AF524A04D0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539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5386D-A0DD-AE1E-0B41-23AE146D6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0BEB15-4C3D-3E4F-DC52-A3F8BBA517C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557107-D4ED-86A0-014B-4CCC31A1782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FE400C-A456-0129-F267-D5F007A98B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4EBBC4-5E76-4852-8BC3-44938C76C646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A08CF2-AF5E-A4D6-F843-AA4311CEC8B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6D2AB1-4BBD-882C-F05F-D7A2947624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6E7902-5804-433D-8B4D-F578DD7FC732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524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DA4D9-2523-80D4-EFF5-AB1F3982B9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194083-C60D-6D11-96D2-ECE408AC771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03E13C-FB3B-A912-802B-9DC38BCCFD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237D0C-42D0-4FD7-9E97-4FCE95F5529A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6529BC-93F0-F25E-5C64-0A3231E2BF2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E1EADD-D3AF-5ADC-A821-83F48D9500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D4E50F-E2A4-4EC4-A54D-3AB1858E3170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06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E91EF8-5AB7-7EFA-EDD5-39A04D734631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3D0F5F-6283-7C00-4CAA-F674400B9F8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FAEA06-BD47-9D05-558E-7ED6BC8E44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22556F-3CF4-46DC-944B-9FD594401669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9B374C-942F-BDD0-3C75-2F16ABBD62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621E4D-98FB-A787-A589-2A2C7E1315C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FB229D-C7B7-4100-ADC1-0E112E7D061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02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4164A"/>
            </a:gs>
            <a:gs pos="100000">
              <a:srgbClr val="00000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91601D9-9EAE-5C2E-4D7A-0A2164D7D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8211DE-8615-5060-02AA-C5EAA5261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46F994-ED8B-8D37-51DB-B94DF8BC40F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DB214260-923E-4B17-9A0B-B54AD5CD352C}" type="datetime1">
              <a:rPr lang="de-DE"/>
              <a:pPr lvl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35EA98-15A4-1689-8F57-79E814DEBA2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16A776-1B18-3C4A-CA7C-EEBCD0BD517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08A0D5DB-5D39-4D32-AF28-D42B3740C28A}" type="slidenum"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de-DE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2">
            <a:extLst>
              <a:ext uri="{FF2B5EF4-FFF2-40B4-BE49-F238E27FC236}">
                <a16:creationId xmlns:a16="http://schemas.microsoft.com/office/drawing/2014/main" id="{A768937A-2349-0164-A625-3C15C7296A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de-DE" b="1" dirty="0">
                <a:solidFill>
                  <a:srgbClr val="CBA9E5"/>
                </a:solidFill>
              </a:rPr>
              <a:t>Oskar </a:t>
            </a:r>
            <a:r>
              <a:rPr lang="de-DE" b="1" dirty="0" err="1">
                <a:solidFill>
                  <a:srgbClr val="CBA9E5"/>
                </a:solidFill>
              </a:rPr>
              <a:t>Rotman</a:t>
            </a:r>
            <a:endParaRPr lang="de-DE" b="1" dirty="0">
              <a:solidFill>
                <a:srgbClr val="CBA9E5"/>
              </a:solidFill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DD246F8-A818-CAD9-E874-DAB17E388DD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32520"/>
            <a:ext cx="9144000" cy="2387598"/>
          </a:xfrm>
        </p:spPr>
        <p:txBody>
          <a:bodyPr/>
          <a:lstStyle/>
          <a:p>
            <a:pPr lvl="0"/>
            <a:r>
              <a:rPr lang="de-DE" sz="8000" dirty="0">
                <a:solidFill>
                  <a:srgbClr val="FFFFFF"/>
                </a:solidFill>
                <a:latin typeface="Aptos Black" pitchFamily="34"/>
              </a:rPr>
              <a:t>Music </a:t>
            </a:r>
            <a:r>
              <a:rPr lang="de-DE" sz="8000" dirty="0" err="1">
                <a:solidFill>
                  <a:srgbClr val="FFFFFF"/>
                </a:solidFill>
                <a:latin typeface="Aptos Black" pitchFamily="34"/>
              </a:rPr>
              <a:t>Production</a:t>
            </a:r>
            <a:endParaRPr lang="de-DE" sz="8000" dirty="0">
              <a:solidFill>
                <a:srgbClr val="FFFFFF"/>
              </a:solidFill>
              <a:latin typeface="Aptos Black" pitchFamily="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75E55-1EDB-8874-621C-6FD3250C777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chemeClr val="bg1"/>
                </a:solidFill>
              </a:rPr>
              <a:t>What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is</a:t>
            </a:r>
            <a:r>
              <a:rPr lang="de-DE" b="1" dirty="0">
                <a:solidFill>
                  <a:schemeClr val="bg1"/>
                </a:solidFill>
              </a:rPr>
              <a:t> Music </a:t>
            </a:r>
            <a:r>
              <a:rPr lang="de-DE" b="1" dirty="0" err="1">
                <a:solidFill>
                  <a:schemeClr val="bg1"/>
                </a:solidFill>
              </a:rPr>
              <a:t>Production</a:t>
            </a:r>
            <a:r>
              <a:rPr lang="de-DE" b="1" dirty="0">
                <a:solidFill>
                  <a:schemeClr val="bg1"/>
                </a:solidFill>
              </a:rPr>
              <a:t>?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25B152-9F1D-9726-17BB-607D8174E4E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Process of creating, recording, and editing music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Combination of technology &amp; creativity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Goal: Finished song or track</a:t>
            </a:r>
          </a:p>
          <a:p>
            <a:pPr lvl="0"/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064B7-4677-4528-E04B-5B949C9BF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1302" y="365129"/>
            <a:ext cx="9842501" cy="132555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Steps of Music Production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4E82BF-CE1C-BEFE-312D-F0586064ED5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11302" y="1825627"/>
            <a:ext cx="9842501" cy="43513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Composition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Melodies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chords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rhythm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Sound Design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Synthesizers,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samplers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effects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Recording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Capturing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vocals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instruments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Mixing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Balancing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volumes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effects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EQ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Mastering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Final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refinement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streaming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or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CD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381C30-60A9-EDD0-FFAD-DD87D8EC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DAWs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F34521-5330-38E3-9DDD-86CF66AE0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Digital Audio Workstations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Software for music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Includes sequencer, mixer, effects &amp; plugins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Popular DAWs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FL Studio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Ableton Live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Logic Pro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Cubase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Reaper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53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1114BE-9092-86E3-D44F-96BADB90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FL Studio - Key Features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550EE1-DF67-B9BB-F726-E0B51DBC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Channel Rack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Managing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samples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instruments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Playlist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Arranging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patterns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&amp;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clips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Mixer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Effects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volume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control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routing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Piano Roll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 Drawing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melodies</a:t>
            </a:r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&amp; </a:t>
            </a:r>
            <a:r>
              <a:rPr lang="de-DE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chords</a:t>
            </a:r>
            <a:endParaRPr lang="de-DE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3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69486-66CC-AD48-61F3-85395837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 descr="Ein Bild, das Text, Screenshot, Elektronik, Klavier enthält.&#10;&#10;KI-generierte Inhalte können fehlerhaft sein.">
            <a:extLst>
              <a:ext uri="{FF2B5EF4-FFF2-40B4-BE49-F238E27FC236}">
                <a16:creationId xmlns:a16="http://schemas.microsoft.com/office/drawing/2014/main" id="{7C103FEB-CDAB-2B61-1941-12B0CEB0B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15" y="0"/>
            <a:ext cx="8476570" cy="6858000"/>
          </a:xfrm>
        </p:spPr>
      </p:pic>
    </p:spTree>
    <p:extLst>
      <p:ext uri="{BB962C8B-B14F-4D97-AF65-F5344CB8AC3E}">
        <p14:creationId xmlns:p14="http://schemas.microsoft.com/office/powerpoint/2010/main" val="62465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FDE67-9DF8-7271-C2CB-6D5563B1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BF4A5-EC36-A592-7502-0EACF7D6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 descr="Ein Bild, das Text, Screenshot, Elektronik, Klavier enthält.&#10;&#10;KI-generierte Inhalte können fehlerhaft sein.">
            <a:extLst>
              <a:ext uri="{FF2B5EF4-FFF2-40B4-BE49-F238E27FC236}">
                <a16:creationId xmlns:a16="http://schemas.microsoft.com/office/drawing/2014/main" id="{3E640525-3645-5C7D-240E-775DB32B4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15" y="0"/>
            <a:ext cx="8476570" cy="6858000"/>
          </a:xfrm>
        </p:spPr>
      </p:pic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F8C1CF0D-461A-E084-918C-6DA5B7F66D17}"/>
              </a:ext>
            </a:extLst>
          </p:cNvPr>
          <p:cNvSpPr/>
          <p:nvPr/>
        </p:nvSpPr>
        <p:spPr>
          <a:xfrm>
            <a:off x="-5806439" y="-4263391"/>
            <a:ext cx="25309091" cy="14813109"/>
          </a:xfrm>
          <a:custGeom>
            <a:avLst/>
            <a:gdLst>
              <a:gd name="connsiteX0" fmla="*/ 9105929 w 25309091"/>
              <a:gd name="connsiteY0" fmla="*/ 4885739 h 14813109"/>
              <a:gd name="connsiteX1" fmla="*/ 9105929 w 25309091"/>
              <a:gd name="connsiteY1" fmla="*/ 7859079 h 14813109"/>
              <a:gd name="connsiteX2" fmla="*/ 11692889 w 25309091"/>
              <a:gd name="connsiteY2" fmla="*/ 7859079 h 14813109"/>
              <a:gd name="connsiteX3" fmla="*/ 11692889 w 25309091"/>
              <a:gd name="connsiteY3" fmla="*/ 4885739 h 14813109"/>
              <a:gd name="connsiteX4" fmla="*/ 0 w 25309091"/>
              <a:gd name="connsiteY4" fmla="*/ 0 h 14813109"/>
              <a:gd name="connsiteX5" fmla="*/ 25309091 w 25309091"/>
              <a:gd name="connsiteY5" fmla="*/ 0 h 14813109"/>
              <a:gd name="connsiteX6" fmla="*/ 25309091 w 25309091"/>
              <a:gd name="connsiteY6" fmla="*/ 14813109 h 14813109"/>
              <a:gd name="connsiteX7" fmla="*/ 0 w 25309091"/>
              <a:gd name="connsiteY7" fmla="*/ 14813109 h 14813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09091" h="14813109">
                <a:moveTo>
                  <a:pt x="9105929" y="4885739"/>
                </a:moveTo>
                <a:lnTo>
                  <a:pt x="9105929" y="7859079"/>
                </a:lnTo>
                <a:lnTo>
                  <a:pt x="11692889" y="7859079"/>
                </a:lnTo>
                <a:lnTo>
                  <a:pt x="11692889" y="4885739"/>
                </a:lnTo>
                <a:close/>
                <a:moveTo>
                  <a:pt x="0" y="0"/>
                </a:moveTo>
                <a:lnTo>
                  <a:pt x="25309091" y="0"/>
                </a:lnTo>
                <a:lnTo>
                  <a:pt x="25309091" y="14813109"/>
                </a:lnTo>
                <a:lnTo>
                  <a:pt x="0" y="1481310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764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151B3-7ED1-9DF6-900F-268C97D4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7008D-F2FF-71E8-73F0-72C05ACC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 descr="Ein Bild, das Text, Screenshot, Elektronik, Klavier enthält.&#10;&#10;KI-generierte Inhalte können fehlerhaft sein.">
            <a:extLst>
              <a:ext uri="{FF2B5EF4-FFF2-40B4-BE49-F238E27FC236}">
                <a16:creationId xmlns:a16="http://schemas.microsoft.com/office/drawing/2014/main" id="{BBBD39B8-3A44-A845-D215-41B741248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15" y="0"/>
            <a:ext cx="8476570" cy="6858000"/>
          </a:xfrm>
        </p:spPr>
      </p:pic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45127459-4BAD-0017-EE10-2FD1D38F8193}"/>
              </a:ext>
            </a:extLst>
          </p:cNvPr>
          <p:cNvSpPr/>
          <p:nvPr/>
        </p:nvSpPr>
        <p:spPr>
          <a:xfrm>
            <a:off x="-702176" y="-4263391"/>
            <a:ext cx="25309091" cy="14813109"/>
          </a:xfrm>
          <a:custGeom>
            <a:avLst/>
            <a:gdLst>
              <a:gd name="connsiteX0" fmla="*/ 9105929 w 25309091"/>
              <a:gd name="connsiteY0" fmla="*/ 4885739 h 14813109"/>
              <a:gd name="connsiteX1" fmla="*/ 9105929 w 25309091"/>
              <a:gd name="connsiteY1" fmla="*/ 7859079 h 14813109"/>
              <a:gd name="connsiteX2" fmla="*/ 11692889 w 25309091"/>
              <a:gd name="connsiteY2" fmla="*/ 7859079 h 14813109"/>
              <a:gd name="connsiteX3" fmla="*/ 11692889 w 25309091"/>
              <a:gd name="connsiteY3" fmla="*/ 4885739 h 14813109"/>
              <a:gd name="connsiteX4" fmla="*/ 0 w 25309091"/>
              <a:gd name="connsiteY4" fmla="*/ 0 h 14813109"/>
              <a:gd name="connsiteX5" fmla="*/ 25309091 w 25309091"/>
              <a:gd name="connsiteY5" fmla="*/ 0 h 14813109"/>
              <a:gd name="connsiteX6" fmla="*/ 25309091 w 25309091"/>
              <a:gd name="connsiteY6" fmla="*/ 14813109 h 14813109"/>
              <a:gd name="connsiteX7" fmla="*/ 0 w 25309091"/>
              <a:gd name="connsiteY7" fmla="*/ 14813109 h 14813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09091" h="14813109">
                <a:moveTo>
                  <a:pt x="9105929" y="4885739"/>
                </a:moveTo>
                <a:lnTo>
                  <a:pt x="9105929" y="7859079"/>
                </a:lnTo>
                <a:lnTo>
                  <a:pt x="11692889" y="7859079"/>
                </a:lnTo>
                <a:lnTo>
                  <a:pt x="11692889" y="4885739"/>
                </a:lnTo>
                <a:close/>
                <a:moveTo>
                  <a:pt x="0" y="0"/>
                </a:moveTo>
                <a:lnTo>
                  <a:pt x="25309091" y="0"/>
                </a:lnTo>
                <a:lnTo>
                  <a:pt x="25309091" y="14813109"/>
                </a:lnTo>
                <a:lnTo>
                  <a:pt x="0" y="1481310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692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4AB8C-FBFA-01D7-8AA3-6BE491F5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A93B3-7056-82E0-7A52-FDAB8B13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 descr="Ein Bild, das Text, Screenshot, Elektronik, Klavier enthält.&#10;&#10;KI-generierte Inhalte können fehlerhaft sein.">
            <a:extLst>
              <a:ext uri="{FF2B5EF4-FFF2-40B4-BE49-F238E27FC236}">
                <a16:creationId xmlns:a16="http://schemas.microsoft.com/office/drawing/2014/main" id="{B306983E-AE17-B367-642E-888BDD8CB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15" y="0"/>
            <a:ext cx="8476570" cy="6858000"/>
          </a:xfrm>
        </p:spPr>
      </p:pic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BC7EA0-55DB-4E1B-9D3D-C31D0743E917}"/>
              </a:ext>
            </a:extLst>
          </p:cNvPr>
          <p:cNvSpPr/>
          <p:nvPr/>
        </p:nvSpPr>
        <p:spPr>
          <a:xfrm>
            <a:off x="-7357090" y="-310494"/>
            <a:ext cx="27620505" cy="11893045"/>
          </a:xfrm>
          <a:custGeom>
            <a:avLst/>
            <a:gdLst>
              <a:gd name="connsiteX0" fmla="*/ 9105929 w 25309091"/>
              <a:gd name="connsiteY0" fmla="*/ 4885739 h 14813109"/>
              <a:gd name="connsiteX1" fmla="*/ 9105929 w 25309091"/>
              <a:gd name="connsiteY1" fmla="*/ 7859079 h 14813109"/>
              <a:gd name="connsiteX2" fmla="*/ 11692889 w 25309091"/>
              <a:gd name="connsiteY2" fmla="*/ 7859079 h 14813109"/>
              <a:gd name="connsiteX3" fmla="*/ 11692889 w 25309091"/>
              <a:gd name="connsiteY3" fmla="*/ 4885739 h 14813109"/>
              <a:gd name="connsiteX4" fmla="*/ 0 w 25309091"/>
              <a:gd name="connsiteY4" fmla="*/ 0 h 14813109"/>
              <a:gd name="connsiteX5" fmla="*/ 25309091 w 25309091"/>
              <a:gd name="connsiteY5" fmla="*/ 0 h 14813109"/>
              <a:gd name="connsiteX6" fmla="*/ 25309091 w 25309091"/>
              <a:gd name="connsiteY6" fmla="*/ 14813109 h 14813109"/>
              <a:gd name="connsiteX7" fmla="*/ 0 w 25309091"/>
              <a:gd name="connsiteY7" fmla="*/ 14813109 h 14813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09091" h="14813109">
                <a:moveTo>
                  <a:pt x="9105929" y="4885739"/>
                </a:moveTo>
                <a:lnTo>
                  <a:pt x="9105929" y="7859079"/>
                </a:lnTo>
                <a:lnTo>
                  <a:pt x="11692889" y="7859079"/>
                </a:lnTo>
                <a:lnTo>
                  <a:pt x="11692889" y="4885739"/>
                </a:lnTo>
                <a:close/>
                <a:moveTo>
                  <a:pt x="0" y="0"/>
                </a:moveTo>
                <a:lnTo>
                  <a:pt x="25309091" y="0"/>
                </a:lnTo>
                <a:lnTo>
                  <a:pt x="25309091" y="14813109"/>
                </a:lnTo>
                <a:lnTo>
                  <a:pt x="0" y="1481310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949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B706D-AA62-7DF0-9789-C8A31DA9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65FAA-8576-FD38-F70B-6A495A2A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 descr="Ein Bild, das Text, Screenshot, Elektronik, Klavier enthält.&#10;&#10;KI-generierte Inhalte können fehlerhaft sein.">
            <a:extLst>
              <a:ext uri="{FF2B5EF4-FFF2-40B4-BE49-F238E27FC236}">
                <a16:creationId xmlns:a16="http://schemas.microsoft.com/office/drawing/2014/main" id="{03F5D8A0-8303-B3A2-1850-912EDBF02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15" y="0"/>
            <a:ext cx="8476570" cy="6858000"/>
          </a:xfrm>
        </p:spPr>
      </p:pic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76F8D163-1752-5FF5-669A-918D85052BC5}"/>
              </a:ext>
            </a:extLst>
          </p:cNvPr>
          <p:cNvSpPr/>
          <p:nvPr/>
        </p:nvSpPr>
        <p:spPr>
          <a:xfrm>
            <a:off x="-6974884" y="-310494"/>
            <a:ext cx="34399887" cy="11893045"/>
          </a:xfrm>
          <a:custGeom>
            <a:avLst/>
            <a:gdLst>
              <a:gd name="connsiteX0" fmla="*/ 9105929 w 25309091"/>
              <a:gd name="connsiteY0" fmla="*/ 4885739 h 14813109"/>
              <a:gd name="connsiteX1" fmla="*/ 9105929 w 25309091"/>
              <a:gd name="connsiteY1" fmla="*/ 7859079 h 14813109"/>
              <a:gd name="connsiteX2" fmla="*/ 11692889 w 25309091"/>
              <a:gd name="connsiteY2" fmla="*/ 7859079 h 14813109"/>
              <a:gd name="connsiteX3" fmla="*/ 11692889 w 25309091"/>
              <a:gd name="connsiteY3" fmla="*/ 4885739 h 14813109"/>
              <a:gd name="connsiteX4" fmla="*/ 0 w 25309091"/>
              <a:gd name="connsiteY4" fmla="*/ 0 h 14813109"/>
              <a:gd name="connsiteX5" fmla="*/ 25309091 w 25309091"/>
              <a:gd name="connsiteY5" fmla="*/ 0 h 14813109"/>
              <a:gd name="connsiteX6" fmla="*/ 25309091 w 25309091"/>
              <a:gd name="connsiteY6" fmla="*/ 14813109 h 14813109"/>
              <a:gd name="connsiteX7" fmla="*/ 0 w 25309091"/>
              <a:gd name="connsiteY7" fmla="*/ 14813109 h 14813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09091" h="14813109">
                <a:moveTo>
                  <a:pt x="9105929" y="4885739"/>
                </a:moveTo>
                <a:lnTo>
                  <a:pt x="9105929" y="7859079"/>
                </a:lnTo>
                <a:lnTo>
                  <a:pt x="11692889" y="7859079"/>
                </a:lnTo>
                <a:lnTo>
                  <a:pt x="11692889" y="4885739"/>
                </a:lnTo>
                <a:close/>
                <a:moveTo>
                  <a:pt x="0" y="0"/>
                </a:moveTo>
                <a:lnTo>
                  <a:pt x="25309091" y="0"/>
                </a:lnTo>
                <a:lnTo>
                  <a:pt x="25309091" y="14813109"/>
                </a:lnTo>
                <a:lnTo>
                  <a:pt x="0" y="1481310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99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529DA-B70F-CE8D-686F-8C42B0A2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BAF874-081F-1556-6E17-A63CC7A5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 descr="Ein Bild, das Text, Screenshot, Elektronik, Klavier enthält.&#10;&#10;KI-generierte Inhalte können fehlerhaft sein.">
            <a:extLst>
              <a:ext uri="{FF2B5EF4-FFF2-40B4-BE49-F238E27FC236}">
                <a16:creationId xmlns:a16="http://schemas.microsoft.com/office/drawing/2014/main" id="{B524628E-2941-CCA5-731F-DF5FC2340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15" y="0"/>
            <a:ext cx="8476570" cy="6858000"/>
          </a:xfrm>
        </p:spPr>
      </p:pic>
    </p:spTree>
    <p:extLst>
      <p:ext uri="{BB962C8B-B14F-4D97-AF65-F5344CB8AC3E}">
        <p14:creationId xmlns:p14="http://schemas.microsoft.com/office/powerpoint/2010/main" val="851695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3EE6-8748-5ECE-30F5-CD6DAA48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2">
            <a:extLst>
              <a:ext uri="{FF2B5EF4-FFF2-40B4-BE49-F238E27FC236}">
                <a16:creationId xmlns:a16="http://schemas.microsoft.com/office/drawing/2014/main" id="{2F1D655A-BEF6-82D7-AB1F-C7D81FB4A9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endParaRPr lang="de-DE" b="1" dirty="0">
              <a:solidFill>
                <a:srgbClr val="CBA9E5"/>
              </a:solidFill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6D2A7EB4-4150-C373-403F-E7712C277B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422034" y="-315992"/>
            <a:ext cx="13036068" cy="4518714"/>
          </a:xfrm>
          <a:noFill/>
        </p:spPr>
        <p:txBody>
          <a:bodyPr>
            <a:normAutofit/>
          </a:bodyPr>
          <a:lstStyle/>
          <a:p>
            <a:pPr lvl="0"/>
            <a:r>
              <a:rPr lang="de-DE" sz="12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 Black" pitchFamily="34"/>
              </a:rPr>
              <a:t>Thank</a:t>
            </a:r>
            <a:r>
              <a:rPr lang="de-DE" sz="1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 Black" pitchFamily="34"/>
              </a:rPr>
              <a:t> </a:t>
            </a:r>
            <a:r>
              <a:rPr lang="de-DE" sz="12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 Black" pitchFamily="34"/>
              </a:rPr>
              <a:t>you</a:t>
            </a:r>
            <a:endParaRPr lang="de-DE" sz="12000" dirty="0">
              <a:solidFill>
                <a:schemeClr val="accent5">
                  <a:lumMod val="40000"/>
                  <a:lumOff val="60000"/>
                </a:schemeClr>
              </a:solidFill>
              <a:latin typeface="Aptos Black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49305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Breitbild</PresentationFormat>
  <Paragraphs>29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Black</vt:lpstr>
      <vt:lpstr>Aptos Display</vt:lpstr>
      <vt:lpstr>Arial</vt:lpstr>
      <vt:lpstr>Office</vt:lpstr>
      <vt:lpstr>Music Production</vt:lpstr>
      <vt:lpstr>What is Music Production?</vt:lpstr>
      <vt:lpstr>Steps of Music Production</vt:lpstr>
      <vt:lpstr>DAWs</vt:lpstr>
      <vt:lpstr>FL Studio - Key Features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oskar@rotman.at</dc:creator>
  <cp:lastModifiedBy>oskar@rotman.at</cp:lastModifiedBy>
  <cp:revision>7</cp:revision>
  <dcterms:created xsi:type="dcterms:W3CDTF">2025-02-24T13:00:57Z</dcterms:created>
  <dcterms:modified xsi:type="dcterms:W3CDTF">2025-09-25T06:36:07Z</dcterms:modified>
</cp:coreProperties>
</file>